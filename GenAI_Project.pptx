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7"/>
  </p:notesMasterIdLst>
  <p:sldIdLst>
    <p:sldId id="257" r:id="rId2"/>
    <p:sldId id="258" r:id="rId3"/>
    <p:sldId id="270" r:id="rId4"/>
    <p:sldId id="271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8" r:id="rId13"/>
    <p:sldId id="269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0F4770-3E5C-23E0-8B90-715068818EC2}" v="338" dt="2025-12-03T19:49:22.198"/>
    <p1510:client id="{E4BAF2B7-939F-C9D1-41A8-6ED5786FA596}" v="1" dt="2025-12-02T05:31:37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9DA06A5-21EB-6C20-A2E1-56022D280F71}"/>
    <pc:docChg chg="addSld delSld modSld">
      <pc:chgData name="Guest User" userId="" providerId="Windows Live" clId="Web-{F9DA06A5-21EB-6C20-A2E1-56022D280F71}" dt="2025-11-20T23:08:32.979" v="21" actId="1076"/>
      <pc:docMkLst>
        <pc:docMk/>
      </pc:docMkLst>
      <pc:sldChg chg="addSp delSp modSp add replId">
        <pc:chgData name="Guest User" userId="" providerId="Windows Live" clId="Web-{F9DA06A5-21EB-6C20-A2E1-56022D280F71}" dt="2025-11-20T23:08:32.979" v="21" actId="1076"/>
        <pc:sldMkLst>
          <pc:docMk/>
          <pc:sldMk cId="2732560839" sldId="268"/>
        </pc:sldMkLst>
        <pc:spChg chg="mod">
          <ac:chgData name="Guest User" userId="" providerId="Windows Live" clId="Web-{F9DA06A5-21EB-6C20-A2E1-56022D280F71}" dt="2025-11-20T23:07:47.056" v="14" actId="20577"/>
          <ac:spMkLst>
            <pc:docMk/>
            <pc:sldMk cId="2732560839" sldId="268"/>
            <ac:spMk id="2" creationId="{F5859DC0-CB9C-6562-DA25-2333DBBE9ACA}"/>
          </ac:spMkLst>
        </pc:spChg>
        <pc:picChg chg="add mod modCrop">
          <ac:chgData name="Guest User" userId="" providerId="Windows Live" clId="Web-{F9DA06A5-21EB-6C20-A2E1-56022D280F71}" dt="2025-11-20T23:08:32.979" v="21" actId="1076"/>
          <ac:picMkLst>
            <pc:docMk/>
            <pc:sldMk cId="2732560839" sldId="268"/>
            <ac:picMk id="4" creationId="{59AF8EDD-1688-D19C-3C34-14A657DFC27A}"/>
          </ac:picMkLst>
        </pc:picChg>
      </pc:sldChg>
    </pc:docChg>
  </pc:docChgLst>
  <pc:docChgLst>
    <pc:chgData name="Guia Mae Bongulto" userId="c2afcf2ada51a0cc" providerId="Windows Live" clId="Web-{E4BAF2B7-939F-C9D1-41A8-6ED5786FA596}"/>
    <pc:docChg chg="modSld">
      <pc:chgData name="Guia Mae Bongulto" userId="c2afcf2ada51a0cc" providerId="Windows Live" clId="Web-{E4BAF2B7-939F-C9D1-41A8-6ED5786FA596}" dt="2025-12-02T05:31:37.117" v="0" actId="14100"/>
      <pc:docMkLst>
        <pc:docMk/>
      </pc:docMkLst>
      <pc:sldChg chg="modSp">
        <pc:chgData name="Guia Mae Bongulto" userId="c2afcf2ada51a0cc" providerId="Windows Live" clId="Web-{E4BAF2B7-939F-C9D1-41A8-6ED5786FA596}" dt="2025-12-02T05:31:37.117" v="0" actId="14100"/>
        <pc:sldMkLst>
          <pc:docMk/>
          <pc:sldMk cId="2907942868" sldId="257"/>
        </pc:sldMkLst>
        <pc:picChg chg="mod">
          <ac:chgData name="Guia Mae Bongulto" userId="c2afcf2ada51a0cc" providerId="Windows Live" clId="Web-{E4BAF2B7-939F-C9D1-41A8-6ED5786FA596}" dt="2025-12-02T05:31:37.117" v="0" actId="14100"/>
          <ac:picMkLst>
            <pc:docMk/>
            <pc:sldMk cId="2907942868" sldId="257"/>
            <ac:picMk id="5" creationId="{45A17FF6-E28E-E97B-CFD2-0DBA9B91D8EA}"/>
          </ac:picMkLst>
        </pc:picChg>
      </pc:sldChg>
    </pc:docChg>
  </pc:docChgLst>
  <pc:docChgLst>
    <pc:chgData name="Guia Mae Bongulto" userId="c2afcf2ada51a0cc" providerId="LiveId" clId="{455BB5FA-CE05-4D70-8A87-3F9AC4FEA299}"/>
    <pc:docChg chg="undo custSel addSld delSld modSld sldOrd addMainMaster delMainMaster modMainMaster">
      <pc:chgData name="Guia Mae Bongulto" userId="c2afcf2ada51a0cc" providerId="LiveId" clId="{455BB5FA-CE05-4D70-8A87-3F9AC4FEA299}" dt="2025-11-20T00:41:19.403" v="3846" actId="20577"/>
      <pc:docMkLst>
        <pc:docMk/>
      </pc:docMkLst>
      <pc:sldChg chg="modSp add mod">
        <pc:chgData name="Guia Mae Bongulto" userId="c2afcf2ada51a0cc" providerId="LiveId" clId="{455BB5FA-CE05-4D70-8A87-3F9AC4FEA299}" dt="2025-11-19T23:39:44.182" v="77" actId="20577"/>
        <pc:sldMkLst>
          <pc:docMk/>
          <pc:sldMk cId="2907942868" sldId="257"/>
        </pc:sldMkLst>
        <pc:spChg chg="mod">
          <ac:chgData name="Guia Mae Bongulto" userId="c2afcf2ada51a0cc" providerId="LiveId" clId="{455BB5FA-CE05-4D70-8A87-3F9AC4FEA299}" dt="2025-11-19T23:39:44.182" v="77" actId="20577"/>
          <ac:spMkLst>
            <pc:docMk/>
            <pc:sldMk cId="2907942868" sldId="257"/>
            <ac:spMk id="3" creationId="{9A40D598-6A81-86B3-EC02-A693D13B95B0}"/>
          </ac:spMkLst>
        </pc:spChg>
      </pc:sldChg>
      <pc:sldChg chg="addSp delSp modSp add mod">
        <pc:chgData name="Guia Mae Bongulto" userId="c2afcf2ada51a0cc" providerId="LiveId" clId="{455BB5FA-CE05-4D70-8A87-3F9AC4FEA299}" dt="2025-11-19T23:50:15.319" v="776" actId="20577"/>
        <pc:sldMkLst>
          <pc:docMk/>
          <pc:sldMk cId="714260401" sldId="258"/>
        </pc:sldMkLst>
        <pc:spChg chg="mod">
          <ac:chgData name="Guia Mae Bongulto" userId="c2afcf2ada51a0cc" providerId="LiveId" clId="{455BB5FA-CE05-4D70-8A87-3F9AC4FEA299}" dt="2025-11-19T23:48:42.357" v="719" actId="1076"/>
          <ac:spMkLst>
            <pc:docMk/>
            <pc:sldMk cId="714260401" sldId="258"/>
            <ac:spMk id="2" creationId="{609A21BD-BDA5-4C2F-78DA-933533D7FF9A}"/>
          </ac:spMkLst>
        </pc:spChg>
        <pc:spChg chg="mod">
          <ac:chgData name="Guia Mae Bongulto" userId="c2afcf2ada51a0cc" providerId="LiveId" clId="{455BB5FA-CE05-4D70-8A87-3F9AC4FEA299}" dt="2025-11-19T23:50:15.319" v="776" actId="20577"/>
          <ac:spMkLst>
            <pc:docMk/>
            <pc:sldMk cId="714260401" sldId="258"/>
            <ac:spMk id="3" creationId="{563827D1-7416-30AF-108C-AD893B24127F}"/>
          </ac:spMkLst>
        </pc:spChg>
      </pc:sldChg>
      <pc:sldChg chg="modSp add mod">
        <pc:chgData name="Guia Mae Bongulto" userId="c2afcf2ada51a0cc" providerId="LiveId" clId="{455BB5FA-CE05-4D70-8A87-3F9AC4FEA299}" dt="2025-11-19T23:53:33.684" v="1247" actId="20577"/>
        <pc:sldMkLst>
          <pc:docMk/>
          <pc:sldMk cId="1619965962" sldId="259"/>
        </pc:sldMkLst>
        <pc:spChg chg="mod">
          <ac:chgData name="Guia Mae Bongulto" userId="c2afcf2ada51a0cc" providerId="LiveId" clId="{455BB5FA-CE05-4D70-8A87-3F9AC4FEA299}" dt="2025-11-19T23:50:02.779" v="753" actId="20577"/>
          <ac:spMkLst>
            <pc:docMk/>
            <pc:sldMk cId="1619965962" sldId="259"/>
            <ac:spMk id="2" creationId="{58A3B586-558F-E384-D121-BC395AC498A5}"/>
          </ac:spMkLst>
        </pc:spChg>
        <pc:spChg chg="mod">
          <ac:chgData name="Guia Mae Bongulto" userId="c2afcf2ada51a0cc" providerId="LiveId" clId="{455BB5FA-CE05-4D70-8A87-3F9AC4FEA299}" dt="2025-11-19T23:53:33.684" v="1247" actId="20577"/>
          <ac:spMkLst>
            <pc:docMk/>
            <pc:sldMk cId="1619965962" sldId="259"/>
            <ac:spMk id="3" creationId="{A44C5E63-90BF-3262-A027-839DBED754D5}"/>
          </ac:spMkLst>
        </pc:spChg>
      </pc:sldChg>
      <pc:sldChg chg="modSp add mod modNotesTx">
        <pc:chgData name="Guia Mae Bongulto" userId="c2afcf2ada51a0cc" providerId="LiveId" clId="{455BB5FA-CE05-4D70-8A87-3F9AC4FEA299}" dt="2025-11-19T23:57:36.849" v="1572" actId="20577"/>
        <pc:sldMkLst>
          <pc:docMk/>
          <pc:sldMk cId="2670456902" sldId="260"/>
        </pc:sldMkLst>
        <pc:spChg chg="mod">
          <ac:chgData name="Guia Mae Bongulto" userId="c2afcf2ada51a0cc" providerId="LiveId" clId="{455BB5FA-CE05-4D70-8A87-3F9AC4FEA299}" dt="2025-11-19T23:54:36.626" v="1277" actId="20577"/>
          <ac:spMkLst>
            <pc:docMk/>
            <pc:sldMk cId="2670456902" sldId="260"/>
            <ac:spMk id="2" creationId="{2CCB0917-CBEC-56C1-3DFA-CE2BC86AFDCC}"/>
          </ac:spMkLst>
        </pc:spChg>
        <pc:spChg chg="mod">
          <ac:chgData name="Guia Mae Bongulto" userId="c2afcf2ada51a0cc" providerId="LiveId" clId="{455BB5FA-CE05-4D70-8A87-3F9AC4FEA299}" dt="2025-11-19T23:57:24.538" v="1557" actId="20577"/>
          <ac:spMkLst>
            <pc:docMk/>
            <pc:sldMk cId="2670456902" sldId="260"/>
            <ac:spMk id="3" creationId="{BE880F70-F445-205D-F07E-F17C70FED288}"/>
          </ac:spMkLst>
        </pc:spChg>
      </pc:sldChg>
      <pc:sldChg chg="addSp modSp add mod ord">
        <pc:chgData name="Guia Mae Bongulto" userId="c2afcf2ada51a0cc" providerId="LiveId" clId="{455BB5FA-CE05-4D70-8A87-3F9AC4FEA299}" dt="2025-11-20T00:01:31.309" v="1671"/>
        <pc:sldMkLst>
          <pc:docMk/>
          <pc:sldMk cId="395196551" sldId="261"/>
        </pc:sldMkLst>
        <pc:spChg chg="mod">
          <ac:chgData name="Guia Mae Bongulto" userId="c2afcf2ada51a0cc" providerId="LiveId" clId="{455BB5FA-CE05-4D70-8A87-3F9AC4FEA299}" dt="2025-11-20T00:01:05.882" v="1658" actId="20577"/>
          <ac:spMkLst>
            <pc:docMk/>
            <pc:sldMk cId="395196551" sldId="261"/>
            <ac:spMk id="2" creationId="{22BF29A9-47CB-DEAF-BC9B-A65A68DE9231}"/>
          </ac:spMkLst>
        </pc:spChg>
        <pc:spChg chg="mod">
          <ac:chgData name="Guia Mae Bongulto" userId="c2afcf2ada51a0cc" providerId="LiveId" clId="{455BB5FA-CE05-4D70-8A87-3F9AC4FEA299}" dt="2025-11-19T23:59:22.269" v="1596" actId="14100"/>
          <ac:spMkLst>
            <pc:docMk/>
            <pc:sldMk cId="395196551" sldId="261"/>
            <ac:spMk id="3" creationId="{A4DC0768-89ED-927F-AD87-EBFBD5D8CAA3}"/>
          </ac:spMkLst>
        </pc:spChg>
        <pc:picChg chg="add mod">
          <ac:chgData name="Guia Mae Bongulto" userId="c2afcf2ada51a0cc" providerId="LiveId" clId="{455BB5FA-CE05-4D70-8A87-3F9AC4FEA299}" dt="2025-11-20T00:01:14.274" v="1660" actId="1076"/>
          <ac:picMkLst>
            <pc:docMk/>
            <pc:sldMk cId="395196551" sldId="261"/>
            <ac:picMk id="1026" creationId="{0612A48A-4A89-4F47-D0DB-8217ED636C46}"/>
          </ac:picMkLst>
        </pc:picChg>
      </pc:sldChg>
      <pc:sldChg chg="addSp modSp add mod">
        <pc:chgData name="Guia Mae Bongulto" userId="c2afcf2ada51a0cc" providerId="LiveId" clId="{455BB5FA-CE05-4D70-8A87-3F9AC4FEA299}" dt="2025-11-20T00:00:45.726" v="1655" actId="1076"/>
        <pc:sldMkLst>
          <pc:docMk/>
          <pc:sldMk cId="2909651582" sldId="262"/>
        </pc:sldMkLst>
        <pc:spChg chg="mod">
          <ac:chgData name="Guia Mae Bongulto" userId="c2afcf2ada51a0cc" providerId="LiveId" clId="{455BB5FA-CE05-4D70-8A87-3F9AC4FEA299}" dt="2025-11-20T00:00:10.378" v="1648" actId="20577"/>
          <ac:spMkLst>
            <pc:docMk/>
            <pc:sldMk cId="2909651582" sldId="262"/>
            <ac:spMk id="2" creationId="{3DC137FC-55CC-8C42-98D1-1A6E95FFE383}"/>
          </ac:spMkLst>
        </pc:spChg>
        <pc:spChg chg="mod">
          <ac:chgData name="Guia Mae Bongulto" userId="c2afcf2ada51a0cc" providerId="LiveId" clId="{455BB5FA-CE05-4D70-8A87-3F9AC4FEA299}" dt="2025-11-20T00:00:45.726" v="1655" actId="1076"/>
          <ac:spMkLst>
            <pc:docMk/>
            <pc:sldMk cId="2909651582" sldId="262"/>
            <ac:spMk id="3" creationId="{FC899A36-C80C-9735-1219-EF29585BC9A3}"/>
          </ac:spMkLst>
        </pc:spChg>
        <pc:picChg chg="add mod">
          <ac:chgData name="Guia Mae Bongulto" userId="c2afcf2ada51a0cc" providerId="LiveId" clId="{455BB5FA-CE05-4D70-8A87-3F9AC4FEA299}" dt="2025-11-20T00:00:45.726" v="1655" actId="1076"/>
          <ac:picMkLst>
            <pc:docMk/>
            <pc:sldMk cId="2909651582" sldId="262"/>
            <ac:picMk id="2050" creationId="{6FF90567-D2FB-65FB-C311-341DBE224B83}"/>
          </ac:picMkLst>
        </pc:picChg>
      </pc:sldChg>
      <pc:sldChg chg="modSp add mod ord">
        <pc:chgData name="Guia Mae Bongulto" userId="c2afcf2ada51a0cc" providerId="LiveId" clId="{455BB5FA-CE05-4D70-8A87-3F9AC4FEA299}" dt="2025-11-20T00:03:50.210" v="2069" actId="20577"/>
        <pc:sldMkLst>
          <pc:docMk/>
          <pc:sldMk cId="2617342081" sldId="263"/>
        </pc:sldMkLst>
        <pc:spChg chg="mod">
          <ac:chgData name="Guia Mae Bongulto" userId="c2afcf2ada51a0cc" providerId="LiveId" clId="{455BB5FA-CE05-4D70-8A87-3F9AC4FEA299}" dt="2025-11-20T00:01:42.339" v="1687" actId="20577"/>
          <ac:spMkLst>
            <pc:docMk/>
            <pc:sldMk cId="2617342081" sldId="263"/>
            <ac:spMk id="2" creationId="{1143F31B-0E2A-F9A4-3B36-F324A7AD9BD8}"/>
          </ac:spMkLst>
        </pc:spChg>
        <pc:spChg chg="mod">
          <ac:chgData name="Guia Mae Bongulto" userId="c2afcf2ada51a0cc" providerId="LiveId" clId="{455BB5FA-CE05-4D70-8A87-3F9AC4FEA299}" dt="2025-11-20T00:03:50.210" v="2069" actId="20577"/>
          <ac:spMkLst>
            <pc:docMk/>
            <pc:sldMk cId="2617342081" sldId="263"/>
            <ac:spMk id="3" creationId="{92B54F46-7139-EDB0-7502-66DBF22890A9}"/>
          </ac:spMkLst>
        </pc:spChg>
      </pc:sldChg>
      <pc:sldChg chg="modSp add mod">
        <pc:chgData name="Guia Mae Bongulto" userId="c2afcf2ada51a0cc" providerId="LiveId" clId="{455BB5FA-CE05-4D70-8A87-3F9AC4FEA299}" dt="2025-11-20T00:09:14.568" v="2669" actId="20577"/>
        <pc:sldMkLst>
          <pc:docMk/>
          <pc:sldMk cId="3128934839" sldId="264"/>
        </pc:sldMkLst>
        <pc:spChg chg="mod">
          <ac:chgData name="Guia Mae Bongulto" userId="c2afcf2ada51a0cc" providerId="LiveId" clId="{455BB5FA-CE05-4D70-8A87-3F9AC4FEA299}" dt="2025-11-20T00:04:33.354" v="2089" actId="27636"/>
          <ac:spMkLst>
            <pc:docMk/>
            <pc:sldMk cId="3128934839" sldId="264"/>
            <ac:spMk id="2" creationId="{18CAE2C2-2207-0D76-F1ED-DFE1AA6A1897}"/>
          </ac:spMkLst>
        </pc:spChg>
        <pc:spChg chg="mod">
          <ac:chgData name="Guia Mae Bongulto" userId="c2afcf2ada51a0cc" providerId="LiveId" clId="{455BB5FA-CE05-4D70-8A87-3F9AC4FEA299}" dt="2025-11-20T00:09:14.568" v="2669" actId="20577"/>
          <ac:spMkLst>
            <pc:docMk/>
            <pc:sldMk cId="3128934839" sldId="264"/>
            <ac:spMk id="3" creationId="{268D5F67-5C4A-D621-35BF-F24D283A2076}"/>
          </ac:spMkLst>
        </pc:spChg>
      </pc:sldChg>
      <pc:sldChg chg="modSp add mod">
        <pc:chgData name="Guia Mae Bongulto" userId="c2afcf2ada51a0cc" providerId="LiveId" clId="{455BB5FA-CE05-4D70-8A87-3F9AC4FEA299}" dt="2025-11-20T00:28:18.001" v="2999" actId="20577"/>
        <pc:sldMkLst>
          <pc:docMk/>
          <pc:sldMk cId="380624155" sldId="265"/>
        </pc:sldMkLst>
        <pc:spChg chg="mod">
          <ac:chgData name="Guia Mae Bongulto" userId="c2afcf2ada51a0cc" providerId="LiveId" clId="{455BB5FA-CE05-4D70-8A87-3F9AC4FEA299}" dt="2025-11-20T00:13:10.332" v="2718" actId="20577"/>
          <ac:spMkLst>
            <pc:docMk/>
            <pc:sldMk cId="380624155" sldId="265"/>
            <ac:spMk id="2" creationId="{51A06FAF-2282-AC5E-4CC4-BC32AEA19A1A}"/>
          </ac:spMkLst>
        </pc:spChg>
        <pc:spChg chg="mod">
          <ac:chgData name="Guia Mae Bongulto" userId="c2afcf2ada51a0cc" providerId="LiveId" clId="{455BB5FA-CE05-4D70-8A87-3F9AC4FEA299}" dt="2025-11-20T00:28:18.001" v="2999" actId="20577"/>
          <ac:spMkLst>
            <pc:docMk/>
            <pc:sldMk cId="380624155" sldId="265"/>
            <ac:spMk id="3" creationId="{D49238ED-7055-B787-995F-FEA4794DA6AD}"/>
          </ac:spMkLst>
        </pc:spChg>
      </pc:sldChg>
      <pc:sldChg chg="modSp add mod">
        <pc:chgData name="Guia Mae Bongulto" userId="c2afcf2ada51a0cc" providerId="LiveId" clId="{455BB5FA-CE05-4D70-8A87-3F9AC4FEA299}" dt="2025-11-20T00:36:08.258" v="3423" actId="20577"/>
        <pc:sldMkLst>
          <pc:docMk/>
          <pc:sldMk cId="1512896416" sldId="266"/>
        </pc:sldMkLst>
        <pc:spChg chg="mod">
          <ac:chgData name="Guia Mae Bongulto" userId="c2afcf2ada51a0cc" providerId="LiveId" clId="{455BB5FA-CE05-4D70-8A87-3F9AC4FEA299}" dt="2025-11-20T00:28:42.624" v="3019" actId="20577"/>
          <ac:spMkLst>
            <pc:docMk/>
            <pc:sldMk cId="1512896416" sldId="266"/>
            <ac:spMk id="2" creationId="{4AF03F12-0174-E7CE-4906-87A86F395251}"/>
          </ac:spMkLst>
        </pc:spChg>
        <pc:spChg chg="mod">
          <ac:chgData name="Guia Mae Bongulto" userId="c2afcf2ada51a0cc" providerId="LiveId" clId="{455BB5FA-CE05-4D70-8A87-3F9AC4FEA299}" dt="2025-11-20T00:36:08.258" v="3423" actId="20577"/>
          <ac:spMkLst>
            <pc:docMk/>
            <pc:sldMk cId="1512896416" sldId="266"/>
            <ac:spMk id="3" creationId="{E1193AA2-248C-08E3-5B2D-AC75A652D32B}"/>
          </ac:spMkLst>
        </pc:spChg>
      </pc:sldChg>
      <pc:sldChg chg="modSp add mod">
        <pc:chgData name="Guia Mae Bongulto" userId="c2afcf2ada51a0cc" providerId="LiveId" clId="{455BB5FA-CE05-4D70-8A87-3F9AC4FEA299}" dt="2025-11-20T00:41:19.403" v="3846" actId="20577"/>
        <pc:sldMkLst>
          <pc:docMk/>
          <pc:sldMk cId="3963683480" sldId="267"/>
        </pc:sldMkLst>
        <pc:spChg chg="mod">
          <ac:chgData name="Guia Mae Bongulto" userId="c2afcf2ada51a0cc" providerId="LiveId" clId="{455BB5FA-CE05-4D70-8A87-3F9AC4FEA299}" dt="2025-11-20T00:36:19.878" v="3435" actId="20577"/>
          <ac:spMkLst>
            <pc:docMk/>
            <pc:sldMk cId="3963683480" sldId="267"/>
            <ac:spMk id="2" creationId="{0574B3D5-073F-7259-980A-6DD138C33959}"/>
          </ac:spMkLst>
        </pc:spChg>
        <pc:spChg chg="mod">
          <ac:chgData name="Guia Mae Bongulto" userId="c2afcf2ada51a0cc" providerId="LiveId" clId="{455BB5FA-CE05-4D70-8A87-3F9AC4FEA299}" dt="2025-11-20T00:41:19.403" v="3846" actId="20577"/>
          <ac:spMkLst>
            <pc:docMk/>
            <pc:sldMk cId="3963683480" sldId="267"/>
            <ac:spMk id="3" creationId="{C74D7CFF-E9BF-C6F1-B3B4-F3F95D7E110A}"/>
          </ac:spMkLst>
        </pc:spChg>
      </pc:sldChg>
      <pc:sldMasterChg chg="add addSldLayout">
        <pc:chgData name="Guia Mae Bongulto" userId="c2afcf2ada51a0cc" providerId="LiveId" clId="{455BB5FA-CE05-4D70-8A87-3F9AC4FEA299}" dt="2025-11-19T23:25:17.642" v="2" actId="26606"/>
        <pc:sldMasterMkLst>
          <pc:docMk/>
          <pc:sldMasterMk cId="3034484435" sldId="2147483650"/>
        </pc:sldMasterMkLst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077396726" sldId="2147483651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028567393" sldId="2147483652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4213699224" sldId="2147483653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933035362" sldId="2147483654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322950984" sldId="2147483655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279578427" sldId="2147483656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928702548" sldId="2147483657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616508590" sldId="2147483658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324576587" sldId="2147483659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4219356477" sldId="2147483660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372785607" sldId="2147483661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421352993" sldId="2147483662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630489628" sldId="2147483663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110187536" sldId="2147483664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695777872" sldId="2147483665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977674881" sldId="2147483666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71861409" sldId="2147483667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989135434" sldId="2147483668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110427986" sldId="2147483669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9142986" sldId="2147483670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996003555" sldId="2147483671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3194603278" sldId="2147483672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452021194" sldId="2147483673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911883849" sldId="2147483674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091088508" sldId="2147483675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895062810" sldId="2147483676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648946866" sldId="2147483677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717935675" sldId="2147483678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832624702" sldId="2147483679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193533305" sldId="2147483680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3634312476" sldId="2147483681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3168138234" sldId="2147483682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793877465" sldId="2147483683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470967384" sldId="2147483684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52037717" sldId="2147483685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141361800" sldId="2147483686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608659692" sldId="2147483687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995679447" sldId="2147483688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3020302727" sldId="2147483689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910960504" sldId="2147483690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4210759400" sldId="2147483691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68482456" sldId="2147483692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350644462" sldId="2147483693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078427996" sldId="2147483694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573518882" sldId="2147483695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4085698749" sldId="2147483696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272042149" sldId="2147483697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2446783073" sldId="2147483698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435059800" sldId="2147483699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3610346345" sldId="2147483700"/>
          </pc:sldLayoutMkLst>
        </pc:sldLayoutChg>
        <pc:sldLayoutChg chg="add">
          <pc:chgData name="Guia Mae Bongulto" userId="c2afcf2ada51a0cc" providerId="LiveId" clId="{455BB5FA-CE05-4D70-8A87-3F9AC4FEA299}" dt="2025-11-19T23:25:17.642" v="2" actId="26606"/>
          <pc:sldLayoutMkLst>
            <pc:docMk/>
            <pc:sldMasterMk cId="3034484435" sldId="2147483650"/>
            <pc:sldLayoutMk cId="1311613723" sldId="2147483701"/>
          </pc:sldLayoutMkLst>
        </pc:sldLayoutChg>
      </pc:sldMasterChg>
    </pc:docChg>
  </pc:docChgLst>
  <pc:docChgLst>
    <pc:chgData name="ashna.ranganathan@gmail.com" userId="739d6a98fc7e862a" providerId="Windows Live" clId="Web-{2C0F4770-3E5C-23E0-8B90-715068818EC2}"/>
    <pc:docChg chg="addSld delSld modSld">
      <pc:chgData name="ashna.ranganathan@gmail.com" userId="739d6a98fc7e862a" providerId="Windows Live" clId="Web-{2C0F4770-3E5C-23E0-8B90-715068818EC2}" dt="2025-12-03T19:49:05.150" v="271" actId="20577"/>
      <pc:docMkLst>
        <pc:docMk/>
      </pc:docMkLst>
      <pc:sldChg chg="modSp">
        <pc:chgData name="ashna.ranganathan@gmail.com" userId="739d6a98fc7e862a" providerId="Windows Live" clId="Web-{2C0F4770-3E5C-23E0-8B90-715068818EC2}" dt="2025-12-03T19:47:19.189" v="244" actId="20577"/>
        <pc:sldMkLst>
          <pc:docMk/>
          <pc:sldMk cId="714260401" sldId="258"/>
        </pc:sldMkLst>
        <pc:spChg chg="mod">
          <ac:chgData name="ashna.ranganathan@gmail.com" userId="739d6a98fc7e862a" providerId="Windows Live" clId="Web-{2C0F4770-3E5C-23E0-8B90-715068818EC2}" dt="2025-12-03T19:47:19.189" v="244" actId="20577"/>
          <ac:spMkLst>
            <pc:docMk/>
            <pc:sldMk cId="714260401" sldId="258"/>
            <ac:spMk id="3" creationId="{563827D1-7416-30AF-108C-AD893B24127F}"/>
          </ac:spMkLst>
        </pc:spChg>
      </pc:sldChg>
      <pc:sldChg chg="modSp">
        <pc:chgData name="ashna.ranganathan@gmail.com" userId="739d6a98fc7e862a" providerId="Windows Live" clId="Web-{2C0F4770-3E5C-23E0-8B90-715068818EC2}" dt="2025-12-03T19:47:43.395" v="249" actId="20577"/>
        <pc:sldMkLst>
          <pc:docMk/>
          <pc:sldMk cId="1619965962" sldId="259"/>
        </pc:sldMkLst>
        <pc:spChg chg="mod">
          <ac:chgData name="ashna.ranganathan@gmail.com" userId="739d6a98fc7e862a" providerId="Windows Live" clId="Web-{2C0F4770-3E5C-23E0-8B90-715068818EC2}" dt="2025-12-02T22:43:30.964" v="156" actId="20577"/>
          <ac:spMkLst>
            <pc:docMk/>
            <pc:sldMk cId="1619965962" sldId="259"/>
            <ac:spMk id="2" creationId="{58A3B586-558F-E384-D121-BC395AC498A5}"/>
          </ac:spMkLst>
        </pc:spChg>
        <pc:spChg chg="mod">
          <ac:chgData name="ashna.ranganathan@gmail.com" userId="739d6a98fc7e862a" providerId="Windows Live" clId="Web-{2C0F4770-3E5C-23E0-8B90-715068818EC2}" dt="2025-12-03T19:47:43.395" v="249" actId="20577"/>
          <ac:spMkLst>
            <pc:docMk/>
            <pc:sldMk cId="1619965962" sldId="259"/>
            <ac:spMk id="3" creationId="{A44C5E63-90BF-3262-A027-839DBED754D5}"/>
          </ac:spMkLst>
        </pc:spChg>
      </pc:sldChg>
      <pc:sldChg chg="modSp">
        <pc:chgData name="ashna.ranganathan@gmail.com" userId="739d6a98fc7e862a" providerId="Windows Live" clId="Web-{2C0F4770-3E5C-23E0-8B90-715068818EC2}" dt="2025-12-03T19:47:53.036" v="251" actId="20577"/>
        <pc:sldMkLst>
          <pc:docMk/>
          <pc:sldMk cId="2670456902" sldId="260"/>
        </pc:sldMkLst>
        <pc:spChg chg="mod">
          <ac:chgData name="ashna.ranganathan@gmail.com" userId="739d6a98fc7e862a" providerId="Windows Live" clId="Web-{2C0F4770-3E5C-23E0-8B90-715068818EC2}" dt="2025-12-03T19:47:53.036" v="251" actId="20577"/>
          <ac:spMkLst>
            <pc:docMk/>
            <pc:sldMk cId="2670456902" sldId="260"/>
            <ac:spMk id="3" creationId="{BE880F70-F445-205D-F07E-F17C70FED288}"/>
          </ac:spMkLst>
        </pc:spChg>
      </pc:sldChg>
      <pc:sldChg chg="modSp">
        <pc:chgData name="ashna.ranganathan@gmail.com" userId="739d6a98fc7e862a" providerId="Windows Live" clId="Web-{2C0F4770-3E5C-23E0-8B90-715068818EC2}" dt="2025-12-03T19:48:02.209" v="255" actId="20577"/>
        <pc:sldMkLst>
          <pc:docMk/>
          <pc:sldMk cId="2617342081" sldId="263"/>
        </pc:sldMkLst>
        <pc:spChg chg="mod">
          <ac:chgData name="ashna.ranganathan@gmail.com" userId="739d6a98fc7e862a" providerId="Windows Live" clId="Web-{2C0F4770-3E5C-23E0-8B90-715068818EC2}" dt="2025-12-03T19:48:02.209" v="255" actId="20577"/>
          <ac:spMkLst>
            <pc:docMk/>
            <pc:sldMk cId="2617342081" sldId="263"/>
            <ac:spMk id="3" creationId="{92B54F46-7139-EDB0-7502-66DBF22890A9}"/>
          </ac:spMkLst>
        </pc:spChg>
      </pc:sldChg>
      <pc:sldChg chg="modSp">
        <pc:chgData name="ashna.ranganathan@gmail.com" userId="739d6a98fc7e862a" providerId="Windows Live" clId="Web-{2C0F4770-3E5C-23E0-8B90-715068818EC2}" dt="2025-12-03T19:48:18.600" v="257" actId="20577"/>
        <pc:sldMkLst>
          <pc:docMk/>
          <pc:sldMk cId="3128934839" sldId="264"/>
        </pc:sldMkLst>
        <pc:spChg chg="mod">
          <ac:chgData name="ashna.ranganathan@gmail.com" userId="739d6a98fc7e862a" providerId="Windows Live" clId="Web-{2C0F4770-3E5C-23E0-8B90-715068818EC2}" dt="2025-12-03T19:48:18.600" v="257" actId="20577"/>
          <ac:spMkLst>
            <pc:docMk/>
            <pc:sldMk cId="3128934839" sldId="264"/>
            <ac:spMk id="3" creationId="{268D5F67-5C4A-D621-35BF-F24D283A2076}"/>
          </ac:spMkLst>
        </pc:spChg>
      </pc:sldChg>
      <pc:sldChg chg="modSp">
        <pc:chgData name="ashna.ranganathan@gmail.com" userId="739d6a98fc7e862a" providerId="Windows Live" clId="Web-{2C0F4770-3E5C-23E0-8B90-715068818EC2}" dt="2025-12-03T19:48:25.288" v="260" actId="20577"/>
        <pc:sldMkLst>
          <pc:docMk/>
          <pc:sldMk cId="380624155" sldId="265"/>
        </pc:sldMkLst>
        <pc:spChg chg="mod">
          <ac:chgData name="ashna.ranganathan@gmail.com" userId="739d6a98fc7e862a" providerId="Windows Live" clId="Web-{2C0F4770-3E5C-23E0-8B90-715068818EC2}" dt="2025-12-03T19:48:25.288" v="260" actId="20577"/>
          <ac:spMkLst>
            <pc:docMk/>
            <pc:sldMk cId="380624155" sldId="265"/>
            <ac:spMk id="3" creationId="{D49238ED-7055-B787-995F-FEA4794DA6AD}"/>
          </ac:spMkLst>
        </pc:spChg>
      </pc:sldChg>
      <pc:sldChg chg="modSp">
        <pc:chgData name="ashna.ranganathan@gmail.com" userId="739d6a98fc7e862a" providerId="Windows Live" clId="Web-{2C0F4770-3E5C-23E0-8B90-715068818EC2}" dt="2025-12-03T19:48:36.023" v="262" actId="20577"/>
        <pc:sldMkLst>
          <pc:docMk/>
          <pc:sldMk cId="1512896416" sldId="266"/>
        </pc:sldMkLst>
        <pc:spChg chg="mod">
          <ac:chgData name="ashna.ranganathan@gmail.com" userId="739d6a98fc7e862a" providerId="Windows Live" clId="Web-{2C0F4770-3E5C-23E0-8B90-715068818EC2}" dt="2025-12-03T19:48:36.023" v="262" actId="20577"/>
          <ac:spMkLst>
            <pc:docMk/>
            <pc:sldMk cId="1512896416" sldId="266"/>
            <ac:spMk id="3" creationId="{E1193AA2-248C-08E3-5B2D-AC75A652D32B}"/>
          </ac:spMkLst>
        </pc:spChg>
      </pc:sldChg>
      <pc:sldChg chg="modSp">
        <pc:chgData name="ashna.ranganathan@gmail.com" userId="739d6a98fc7e862a" providerId="Windows Live" clId="Web-{2C0F4770-3E5C-23E0-8B90-715068818EC2}" dt="2025-12-03T19:48:39.867" v="263" actId="20577"/>
        <pc:sldMkLst>
          <pc:docMk/>
          <pc:sldMk cId="3963683480" sldId="267"/>
        </pc:sldMkLst>
        <pc:spChg chg="mod">
          <ac:chgData name="ashna.ranganathan@gmail.com" userId="739d6a98fc7e862a" providerId="Windows Live" clId="Web-{2C0F4770-3E5C-23E0-8B90-715068818EC2}" dt="2025-12-03T19:48:39.867" v="263" actId="20577"/>
          <ac:spMkLst>
            <pc:docMk/>
            <pc:sldMk cId="3963683480" sldId="267"/>
            <ac:spMk id="3" creationId="{C74D7CFF-E9BF-C6F1-B3B4-F3F95D7E110A}"/>
          </ac:spMkLst>
        </pc:spChg>
      </pc:sldChg>
      <pc:sldChg chg="modSp">
        <pc:chgData name="ashna.ranganathan@gmail.com" userId="739d6a98fc7e862a" providerId="Windows Live" clId="Web-{2C0F4770-3E5C-23E0-8B90-715068818EC2}" dt="2025-12-03T19:49:05.150" v="271" actId="20577"/>
        <pc:sldMkLst>
          <pc:docMk/>
          <pc:sldMk cId="2732560839" sldId="268"/>
        </pc:sldMkLst>
        <pc:spChg chg="mod">
          <ac:chgData name="ashna.ranganathan@gmail.com" userId="739d6a98fc7e862a" providerId="Windows Live" clId="Web-{2C0F4770-3E5C-23E0-8B90-715068818EC2}" dt="2025-12-03T19:49:05.150" v="271" actId="20577"/>
          <ac:spMkLst>
            <pc:docMk/>
            <pc:sldMk cId="2732560839" sldId="268"/>
            <ac:spMk id="5" creationId="{71CC7679-45E3-FE02-B050-8DD2808F5ADE}"/>
          </ac:spMkLst>
        </pc:spChg>
      </pc:sldChg>
      <pc:sldChg chg="new del">
        <pc:chgData name="ashna.ranganathan@gmail.com" userId="739d6a98fc7e862a" providerId="Windows Live" clId="Web-{2C0F4770-3E5C-23E0-8B90-715068818EC2}" dt="2025-12-02T03:03:22.661" v="1"/>
        <pc:sldMkLst>
          <pc:docMk/>
          <pc:sldMk cId="1165529737" sldId="269"/>
        </pc:sldMkLst>
      </pc:sldChg>
      <pc:sldChg chg="addSp delSp modSp add replId">
        <pc:chgData name="ashna.ranganathan@gmail.com" userId="739d6a98fc7e862a" providerId="Windows Live" clId="Web-{2C0F4770-3E5C-23E0-8B90-715068818EC2}" dt="2025-12-03T19:48:56.212" v="267" actId="20577"/>
        <pc:sldMkLst>
          <pc:docMk/>
          <pc:sldMk cId="4117757126" sldId="269"/>
        </pc:sldMkLst>
        <pc:spChg chg="mod">
          <ac:chgData name="ashna.ranganathan@gmail.com" userId="739d6a98fc7e862a" providerId="Windows Live" clId="Web-{2C0F4770-3E5C-23E0-8B90-715068818EC2}" dt="2025-12-02T21:44:00.325" v="78" actId="20577"/>
          <ac:spMkLst>
            <pc:docMk/>
            <pc:sldMk cId="4117757126" sldId="269"/>
            <ac:spMk id="2" creationId="{2F108F1A-F494-11AF-6BE3-4081C25B891D}"/>
          </ac:spMkLst>
        </pc:spChg>
        <pc:spChg chg="mod">
          <ac:chgData name="ashna.ranganathan@gmail.com" userId="739d6a98fc7e862a" providerId="Windows Live" clId="Web-{2C0F4770-3E5C-23E0-8B90-715068818EC2}" dt="2025-12-03T19:48:56.212" v="267" actId="20577"/>
          <ac:spMkLst>
            <pc:docMk/>
            <pc:sldMk cId="4117757126" sldId="269"/>
            <ac:spMk id="5" creationId="{DEC59E13-D4A0-C3A7-D036-529D48CBE426}"/>
          </ac:spMkLst>
        </pc:spChg>
        <pc:picChg chg="add mod">
          <ac:chgData name="ashna.ranganathan@gmail.com" userId="739d6a98fc7e862a" providerId="Windows Live" clId="Web-{2C0F4770-3E5C-23E0-8B90-715068818EC2}" dt="2025-12-02T03:03:46.787" v="7" actId="14100"/>
          <ac:picMkLst>
            <pc:docMk/>
            <pc:sldMk cId="4117757126" sldId="269"/>
            <ac:picMk id="3" creationId="{AD1CCCC4-AAB4-B5B9-F5E1-FF4B03A86140}"/>
          </ac:picMkLst>
        </pc:picChg>
        <pc:picChg chg="del">
          <ac:chgData name="ashna.ranganathan@gmail.com" userId="739d6a98fc7e862a" providerId="Windows Live" clId="Web-{2C0F4770-3E5C-23E0-8B90-715068818EC2}" dt="2025-12-02T03:03:28.474" v="3"/>
          <ac:picMkLst>
            <pc:docMk/>
            <pc:sldMk cId="4117757126" sldId="269"/>
            <ac:picMk id="4" creationId="{51CE33C8-6965-D89F-D6D2-26E83E2F36C8}"/>
          </ac:picMkLst>
        </pc:picChg>
      </pc:sldChg>
      <pc:sldChg chg="new del">
        <pc:chgData name="ashna.ranganathan@gmail.com" userId="739d6a98fc7e862a" providerId="Windows Live" clId="Web-{2C0F4770-3E5C-23E0-8B90-715068818EC2}" dt="2025-12-02T21:45:11.810" v="80"/>
        <pc:sldMkLst>
          <pc:docMk/>
          <pc:sldMk cId="1329863960" sldId="270"/>
        </pc:sldMkLst>
      </pc:sldChg>
      <pc:sldChg chg="addSp delSp modSp add replId">
        <pc:chgData name="ashna.ranganathan@gmail.com" userId="739d6a98fc7e862a" providerId="Windows Live" clId="Web-{2C0F4770-3E5C-23E0-8B90-715068818EC2}" dt="2025-12-03T19:47:26.534" v="245" actId="20577"/>
        <pc:sldMkLst>
          <pc:docMk/>
          <pc:sldMk cId="3437188782" sldId="270"/>
        </pc:sldMkLst>
        <pc:spChg chg="mod">
          <ac:chgData name="ashna.ranganathan@gmail.com" userId="739d6a98fc7e862a" providerId="Windows Live" clId="Web-{2C0F4770-3E5C-23E0-8B90-715068818EC2}" dt="2025-12-02T22:32:00.520" v="112" actId="1076"/>
          <ac:spMkLst>
            <pc:docMk/>
            <pc:sldMk cId="3437188782" sldId="270"/>
            <ac:spMk id="2" creationId="{B2033CB5-7C50-9A60-A760-AAC6F5114776}"/>
          </ac:spMkLst>
        </pc:spChg>
        <pc:spChg chg="mod">
          <ac:chgData name="ashna.ranganathan@gmail.com" userId="739d6a98fc7e862a" providerId="Windows Live" clId="Web-{2C0F4770-3E5C-23E0-8B90-715068818EC2}" dt="2025-12-03T19:47:26.534" v="245" actId="20577"/>
          <ac:spMkLst>
            <pc:docMk/>
            <pc:sldMk cId="3437188782" sldId="270"/>
            <ac:spMk id="3" creationId="{72865F64-451F-365D-9C3D-D6F8BA3F555B}"/>
          </ac:spMkLst>
        </pc:spChg>
        <pc:spChg chg="add del mod">
          <ac:chgData name="ashna.ranganathan@gmail.com" userId="739d6a98fc7e862a" providerId="Windows Live" clId="Web-{2C0F4770-3E5C-23E0-8B90-715068818EC2}" dt="2025-12-02T22:32:17.834" v="118"/>
          <ac:spMkLst>
            <pc:docMk/>
            <pc:sldMk cId="3437188782" sldId="270"/>
            <ac:spMk id="4" creationId="{3A4EA1E2-F5FB-98EC-193C-BF5561F2F6CF}"/>
          </ac:spMkLst>
        </pc:spChg>
      </pc:sldChg>
      <pc:sldChg chg="add del replId">
        <pc:chgData name="ashna.ranganathan@gmail.com" userId="739d6a98fc7e862a" providerId="Windows Live" clId="Web-{2C0F4770-3E5C-23E0-8B90-715068818EC2}" dt="2025-12-02T03:03:30.927" v="5"/>
        <pc:sldMkLst>
          <pc:docMk/>
          <pc:sldMk cId="4047581207" sldId="270"/>
        </pc:sldMkLst>
      </pc:sldChg>
      <pc:sldChg chg="new del">
        <pc:chgData name="ashna.ranganathan@gmail.com" userId="739d6a98fc7e862a" providerId="Windows Live" clId="Web-{2C0F4770-3E5C-23E0-8B90-715068818EC2}" dt="2025-12-02T22:32:12.349" v="114"/>
        <pc:sldMkLst>
          <pc:docMk/>
          <pc:sldMk cId="232402194" sldId="271"/>
        </pc:sldMkLst>
      </pc:sldChg>
      <pc:sldChg chg="modSp add replId">
        <pc:chgData name="ashna.ranganathan@gmail.com" userId="739d6a98fc7e862a" providerId="Windows Live" clId="Web-{2C0F4770-3E5C-23E0-8B90-715068818EC2}" dt="2025-12-03T19:47:35.800" v="247" actId="20577"/>
        <pc:sldMkLst>
          <pc:docMk/>
          <pc:sldMk cId="3650713133" sldId="271"/>
        </pc:sldMkLst>
        <pc:spChg chg="mod">
          <ac:chgData name="ashna.ranganathan@gmail.com" userId="739d6a98fc7e862a" providerId="Windows Live" clId="Web-{2C0F4770-3E5C-23E0-8B90-715068818EC2}" dt="2025-12-02T22:33:30.526" v="124" actId="20577"/>
          <ac:spMkLst>
            <pc:docMk/>
            <pc:sldMk cId="3650713133" sldId="271"/>
            <ac:spMk id="2" creationId="{E5053AB5-5AB9-FB91-D7B2-BBFE80424F83}"/>
          </ac:spMkLst>
        </pc:spChg>
        <pc:spChg chg="mod">
          <ac:chgData name="ashna.ranganathan@gmail.com" userId="739d6a98fc7e862a" providerId="Windows Live" clId="Web-{2C0F4770-3E5C-23E0-8B90-715068818EC2}" dt="2025-12-03T19:47:35.800" v="247" actId="20577"/>
          <ac:spMkLst>
            <pc:docMk/>
            <pc:sldMk cId="3650713133" sldId="271"/>
            <ac:spMk id="3" creationId="{8152430B-0415-6E93-CDDE-5455D000F13D}"/>
          </ac:spMkLst>
        </pc:spChg>
      </pc:sldChg>
    </pc:docChg>
  </pc:docChgLst>
  <pc:docChgLst>
    <pc:chgData name="Guest User" providerId="Windows Live" clId="Web-{8DAA0DD2-1D1C-265B-223C-D9D493476D82}"/>
    <pc:docChg chg="modSld">
      <pc:chgData name="Guest User" userId="" providerId="Windows Live" clId="Web-{8DAA0DD2-1D1C-265B-223C-D9D493476D82}" dt="2025-11-20T23:10:57.450" v="73" actId="14100"/>
      <pc:docMkLst>
        <pc:docMk/>
      </pc:docMkLst>
      <pc:sldChg chg="addSp delSp modSp">
        <pc:chgData name="Guest User" userId="" providerId="Windows Live" clId="Web-{8DAA0DD2-1D1C-265B-223C-D9D493476D82}" dt="2025-11-20T23:10:57.450" v="73" actId="14100"/>
        <pc:sldMkLst>
          <pc:docMk/>
          <pc:sldMk cId="2732560839" sldId="268"/>
        </pc:sldMkLst>
        <pc:spChg chg="add mod">
          <ac:chgData name="Guest User" userId="" providerId="Windows Live" clId="Web-{8DAA0DD2-1D1C-265B-223C-D9D493476D82}" dt="2025-11-20T23:10:57.450" v="73" actId="14100"/>
          <ac:spMkLst>
            <pc:docMk/>
            <pc:sldMk cId="2732560839" sldId="268"/>
            <ac:spMk id="5" creationId="{71CC7679-45E3-FE02-B050-8DD2808F5A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F7C93-EDAF-45BA-90A9-1ADDE99C2A3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7AFA1-011B-460B-A025-CB14DBAB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0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44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D79D-3504-5435-9C42-285FB6905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F2C04-9DA9-72D2-D00D-49C5E6DC6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0D0FF-CAA7-C811-3F9B-BB5F94C14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C3501-451D-6469-FDA0-4D0090C6A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44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FBAA-9F61-9075-98BE-0B08967AE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FA3AA-AA0E-5BB7-7943-BB4CFFBA7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8B4AA-A6ED-0201-8BD2-3E016E655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98496-CF88-5F43-F5A1-A3FF05DCC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6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CFBB0-F765-7A93-6805-53AFF3A3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66154-2E10-564B-6220-6DE8934D7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0C2C1-6DC0-E0AB-3B94-B52CBCDF2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713A3-1F63-9B20-45FB-D85810021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64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9E21E-D7D6-8E1E-0E20-33B66DEF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688AD-4C31-2F45-117B-7CE5C0267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3EBCC-C835-49A1-4289-30F3DDD50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C1EE6-13BD-1C2F-3396-6F3832382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23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2A9E-A949-C9C5-67FA-050AA16E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7E57E-AF01-AA2C-B6B6-A4B9F24A2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8C9C4-8F3C-7F16-B364-872D2F5BA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7C227-F67D-2968-AA1D-FF9509DD5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35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74D7-ADF4-6626-7CDE-7F14C590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E7F30-A9C5-C381-2AA1-EA551DAB6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9332B-F507-D23E-F5D3-02082AFD5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A4AC4-448A-7F91-51DE-3AA800115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67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1B3F-D8FC-DF31-68DA-0890F809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02758-40F4-2A4B-F5AE-50A32F4E0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4FD4A-E22A-F7EF-20A2-3A9CFBCDA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7547C-8EB7-2DC2-7AAC-52AE24D36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34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9DB9-21E6-3120-3FC2-7330EA8D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BE19D-F2EF-6DB5-11C1-5E703CA9D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0562B-DC27-EC23-70F4-9C3DE34B0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17E13-AE75-8260-7FEC-FD5F13D88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78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AC63-B24E-3376-BCD4-CE1214262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48DAC-02DC-F502-471C-5701DCE6E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62CCA-ADB1-EE1D-A970-C86AFAC81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code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6BD5B-4204-C2B1-710C-625CF7BFA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7AFA1-011B-460B-A025-CB14DBAB4B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1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96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6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9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3035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50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78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02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08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6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56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5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52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89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87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77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74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1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3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27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9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03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032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21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838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88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62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468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356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24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33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124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382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774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709673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2037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13618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8659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56794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3027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605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594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2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4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279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188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987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421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830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598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4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13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84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7AA5-DBF9-873C-32CA-DCAFFB65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E8F3-604E-6B7A-A41A-19FDFC0F1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 fontScale="90000"/>
          </a:bodyPr>
          <a:lstStyle/>
          <a:p>
            <a:r>
              <a:rPr lang="en-US"/>
              <a:t>Simple Open-Vocabulary Object Detection with Vision Transformers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0D598-6A81-86B3-EC02-A693D13B9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en-US"/>
              <a:t>Ashna Ranganathan || Guia Mae Bongulto</a:t>
            </a:r>
          </a:p>
        </p:txBody>
      </p:sp>
      <p:pic>
        <p:nvPicPr>
          <p:cNvPr id="5" name="Picture Placeholder 4" descr="A black and white image of a person's head and graph&#10;&#10;AI-generated content may be incorrect.">
            <a:extLst>
              <a:ext uri="{FF2B5EF4-FFF2-40B4-BE49-F238E27FC236}">
                <a16:creationId xmlns:a16="http://schemas.microsoft.com/office/drawing/2014/main" id="{45A17FF6-E28E-E97B-CFD2-0DBA9B91D8E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68" b="20768"/>
          <a:stretch>
            <a:fillRect/>
          </a:stretch>
        </p:blipFill>
        <p:spPr>
          <a:xfrm>
            <a:off x="342900" y="342900"/>
            <a:ext cx="11506200" cy="4484688"/>
          </a:xfrm>
        </p:spPr>
      </p:pic>
    </p:spTree>
    <p:extLst>
      <p:ext uri="{BB962C8B-B14F-4D97-AF65-F5344CB8AC3E}">
        <p14:creationId xmlns:p14="http://schemas.microsoft.com/office/powerpoint/2010/main" val="290794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C959-B588-1624-AAE5-B8C1828A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21BD-BDA5-4C2F-78DA-933533D7F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Project Overview: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827D1-7416-30AF-108C-AD893B241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Goal:</a:t>
            </a:r>
            <a:r>
              <a:rPr lang="en-US" sz="2800" dirty="0">
                <a:latin typeface="Agency FB"/>
                <a:cs typeface="Aharoni"/>
              </a:rPr>
              <a:t> Understand how the modern vision language model responds to custom object request.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Model Used:</a:t>
            </a:r>
            <a:r>
              <a:rPr lang="en-US" sz="2800" dirty="0">
                <a:latin typeface="Agency FB"/>
                <a:cs typeface="Aharoni"/>
              </a:rPr>
              <a:t> </a:t>
            </a:r>
            <a:r>
              <a:rPr lang="en-US" sz="2800" dirty="0" err="1">
                <a:latin typeface="Agency FB"/>
                <a:cs typeface="Aharoni"/>
              </a:rPr>
              <a:t>OWL_ViT</a:t>
            </a:r>
            <a:r>
              <a:rPr lang="en-US" sz="2800" dirty="0">
                <a:latin typeface="Agency FB"/>
                <a:cs typeface="Aharoni"/>
              </a:rPr>
              <a:t> (zero-shot object detector)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Task:</a:t>
            </a:r>
            <a:r>
              <a:rPr lang="en-US" sz="2800" dirty="0">
                <a:latin typeface="Agency FB"/>
                <a:cs typeface="Aharoni"/>
              </a:rPr>
              <a:t> To detect the tree in the outdoor image.</a:t>
            </a:r>
            <a:endParaRPr lang="en-US" sz="2800">
              <a:latin typeface="Agency FB"/>
              <a:cs typeface="Aharoni"/>
            </a:endParaRP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Output:</a:t>
            </a:r>
            <a:r>
              <a:rPr lang="en-US" sz="2800" dirty="0">
                <a:latin typeface="Agency FB"/>
                <a:cs typeface="Aharoni"/>
              </a:rPr>
              <a:t> Boxes were put but they covered the entire image instead of just boxing in the tree.</a:t>
            </a:r>
            <a:endParaRPr lang="en-US" sz="2800">
              <a:latin typeface="Agency FB"/>
              <a:cs typeface="Aharoni"/>
            </a:endParaRP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Purpose:</a:t>
            </a:r>
            <a:r>
              <a:rPr lang="en-US" sz="2800" dirty="0">
                <a:latin typeface="Agency FB"/>
                <a:cs typeface="Aharoni"/>
              </a:rPr>
              <a:t> To evaluate the performance, identify the problems, improve the object detector.</a:t>
            </a:r>
            <a:endParaRPr lang="en-US" sz="2800">
              <a:latin typeface="Agency FB"/>
              <a:cs typeface="Aharoni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1426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CC36-06E5-EB21-3F28-93CFE147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3CB5-7C50-9A60-A760-AAC6F5114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8" y="310990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What is  Open-vocabulary object detection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65F64-451F-365D-9C3D-D6F8BA3F5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86" y="1255356"/>
            <a:ext cx="11347704" cy="45754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ourier New"/>
              <a:buChar char="o"/>
            </a:pPr>
            <a:r>
              <a:rPr lang="en-US" sz="2100" dirty="0">
                <a:latin typeface="Agency FB"/>
                <a:ea typeface="+mn-lt"/>
                <a:cs typeface="+mn-lt"/>
              </a:rPr>
              <a:t>Open-vocabulary object detection is an approach where a model can detect </a:t>
            </a:r>
            <a:r>
              <a:rPr lang="en-US" sz="2100" dirty="0">
                <a:solidFill>
                  <a:srgbClr val="FF0000"/>
                </a:solidFill>
                <a:latin typeface="Agency FB"/>
                <a:ea typeface="+mn-lt"/>
                <a:cs typeface="+mn-lt"/>
              </a:rPr>
              <a:t>any object described in natural language</a:t>
            </a:r>
            <a:r>
              <a:rPr lang="en-US" sz="2100" dirty="0">
                <a:latin typeface="Agency FB"/>
                <a:ea typeface="+mn-lt"/>
                <a:cs typeface="+mn-lt"/>
              </a:rPr>
              <a:t>, even if that object </a:t>
            </a:r>
            <a:r>
              <a:rPr lang="en-US" sz="2100" dirty="0">
                <a:solidFill>
                  <a:srgbClr val="FF0000"/>
                </a:solidFill>
                <a:latin typeface="Agency FB"/>
                <a:ea typeface="+mn-lt"/>
                <a:cs typeface="+mn-lt"/>
              </a:rPr>
              <a:t>never appeared in the training set</a:t>
            </a:r>
            <a:r>
              <a:rPr lang="en-US" sz="2100" dirty="0">
                <a:latin typeface="Agency FB"/>
                <a:ea typeface="+mn-lt"/>
                <a:cs typeface="+mn-lt"/>
              </a:rPr>
              <a:t>.</a:t>
            </a:r>
            <a:endParaRPr lang="en-US" sz="2100" dirty="0">
              <a:latin typeface="Agency FB"/>
              <a:cs typeface="Aharoni" panose="020F0502020204030204" pitchFamily="2" charset="-79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 dirty="0">
                <a:latin typeface="Agency FB"/>
                <a:ea typeface="+mn-lt"/>
                <a:cs typeface="+mn-lt"/>
              </a:rPr>
              <a:t>Traditional object detectors (like YOLO or Faster R-CNN) require:</a:t>
            </a:r>
            <a:endParaRPr lang="en-US" sz="2100" dirty="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 dirty="0">
                <a:latin typeface="Agency FB"/>
                <a:ea typeface="+mn-lt"/>
                <a:cs typeface="+mn-lt"/>
              </a:rPr>
              <a:t>A fixed list of class labels (e.g., “dog, person, car”)</a:t>
            </a:r>
            <a:endParaRPr lang="en-US" sz="2100" dirty="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 dirty="0">
                <a:latin typeface="Agency FB"/>
                <a:ea typeface="+mn-lt"/>
                <a:cs typeface="+mn-lt"/>
              </a:rPr>
              <a:t>Large annotated datasets for each class</a:t>
            </a:r>
            <a:endParaRPr lang="en-US" sz="2100" dirty="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 dirty="0">
                <a:latin typeface="Agency FB"/>
                <a:ea typeface="+mn-lt"/>
                <a:cs typeface="+mn-lt"/>
              </a:rPr>
              <a:t>Open-vocabulary detection removes this limitation.</a:t>
            </a:r>
            <a:br>
              <a:rPr lang="en-US" sz="2100" dirty="0">
                <a:latin typeface="Agency FB"/>
                <a:ea typeface="+mn-lt"/>
                <a:cs typeface="+mn-lt"/>
              </a:rPr>
            </a:br>
            <a:r>
              <a:rPr lang="en-US" sz="2100" dirty="0">
                <a:latin typeface="Agency FB"/>
                <a:ea typeface="+mn-lt"/>
                <a:cs typeface="+mn-lt"/>
              </a:rPr>
              <a:t> Instead of predicting from a fixed list, the model takes </a:t>
            </a:r>
            <a:r>
              <a:rPr lang="en-US" sz="2100" dirty="0">
                <a:solidFill>
                  <a:srgbClr val="FF0000"/>
                </a:solidFill>
                <a:latin typeface="Agency FB"/>
                <a:ea typeface="+mn-lt"/>
                <a:cs typeface="+mn-lt"/>
              </a:rPr>
              <a:t>text prompts</a:t>
            </a:r>
            <a:r>
              <a:rPr lang="en-US" sz="2100" dirty="0">
                <a:latin typeface="Agency FB"/>
                <a:ea typeface="+mn-lt"/>
                <a:cs typeface="+mn-lt"/>
              </a:rPr>
              <a:t> such as:</a:t>
            </a:r>
            <a:endParaRPr lang="en-US" sz="2100" dirty="0">
              <a:latin typeface="Agency FB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19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“a large green tree”</a:t>
            </a:r>
            <a:endParaRPr lang="en-US" sz="1900" dirty="0">
              <a:solidFill>
                <a:srgbClr val="F0EDE6"/>
              </a:solidFill>
              <a:latin typeface="Agency FB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19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“a person holding a red umbrella”</a:t>
            </a:r>
            <a:endParaRPr lang="en-US" sz="1900" dirty="0">
              <a:solidFill>
                <a:srgbClr val="F0EDE6"/>
              </a:solidFill>
              <a:latin typeface="Agency FB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19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“a gothic-style building”</a:t>
            </a:r>
            <a:endParaRPr lang="en-US" sz="1900" dirty="0">
              <a:solidFill>
                <a:srgbClr val="F0EDE6"/>
              </a:solidFill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100" dirty="0">
                <a:latin typeface="Agency FB"/>
                <a:ea typeface="+mn-lt"/>
                <a:cs typeface="+mn-lt"/>
              </a:rPr>
              <a:t>The model then searches the image for regions that match the </a:t>
            </a:r>
            <a:r>
              <a:rPr lang="en-US" sz="2100" i="1" dirty="0">
                <a:latin typeface="Agency FB"/>
                <a:ea typeface="+mn-lt"/>
                <a:cs typeface="+mn-lt"/>
              </a:rPr>
              <a:t>description</a:t>
            </a:r>
            <a:r>
              <a:rPr lang="en-US" sz="2100" dirty="0">
                <a:latin typeface="Agency FB"/>
                <a:ea typeface="+mn-lt"/>
                <a:cs typeface="+mn-lt"/>
              </a:rPr>
              <a:t> rather than a preset category list.</a:t>
            </a:r>
            <a:endParaRPr lang="en-US" sz="2100" dirty="0">
              <a:latin typeface="Agency FB"/>
            </a:endParaRPr>
          </a:p>
          <a:p>
            <a:pPr marL="285750" indent="-285750">
              <a:buFont typeface="Courier New"/>
              <a:buChar char="o"/>
            </a:pPr>
            <a:endParaRPr lang="en-US" sz="2100" dirty="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37188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9D6A-9B54-A86D-D787-9B31844F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3AB5-5AB9-FB91-D7B2-BBFE80424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Architecture Overview (Vision Transformer + Text Encoder)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2430B-0415-6E93-CDDE-5455D000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ea typeface="+mn-lt"/>
                <a:cs typeface="+mn-lt"/>
              </a:rPr>
              <a:t>OWL-</a:t>
            </a:r>
            <a:r>
              <a:rPr lang="en-US" sz="2800" dirty="0" err="1">
                <a:solidFill>
                  <a:srgbClr val="FFFF00"/>
                </a:solidFill>
                <a:ea typeface="+mn-lt"/>
                <a:cs typeface="+mn-lt"/>
              </a:rPr>
              <a:t>ViT</a:t>
            </a:r>
            <a:r>
              <a:rPr lang="en-US" sz="2800" dirty="0">
                <a:solidFill>
                  <a:srgbClr val="FFFF00"/>
                </a:solidFill>
                <a:ea typeface="+mn-lt"/>
                <a:cs typeface="+mn-lt"/>
              </a:rPr>
              <a:t> uses two major components:</a:t>
            </a:r>
            <a:endParaRPr lang="en-US" dirty="0"/>
          </a:p>
          <a:p>
            <a:pPr marL="342900" indent="-342900">
              <a:buFont typeface="Courier New"/>
              <a:buChar char="o"/>
            </a:pPr>
            <a:r>
              <a:rPr lang="en-US" sz="2200" b="1" dirty="0">
                <a:solidFill>
                  <a:srgbClr val="FF0000"/>
                </a:solidFill>
                <a:latin typeface="Agency FB"/>
              </a:rPr>
              <a:t>1. Vision Transformer (</a:t>
            </a:r>
            <a:r>
              <a:rPr lang="en-US" sz="2200" b="1" dirty="0" err="1">
                <a:solidFill>
                  <a:srgbClr val="FF0000"/>
                </a:solidFill>
                <a:latin typeface="Agency FB"/>
              </a:rPr>
              <a:t>ViT</a:t>
            </a:r>
            <a:r>
              <a:rPr lang="en-US" sz="2200" b="1" dirty="0">
                <a:solidFill>
                  <a:srgbClr val="FF0000"/>
                </a:solidFill>
                <a:latin typeface="Agency FB"/>
              </a:rPr>
              <a:t>)</a:t>
            </a:r>
            <a:endParaRPr lang="en-US" sz="2200" b="1">
              <a:solidFill>
                <a:srgbClr val="FF0000"/>
              </a:solidFill>
              <a:latin typeface="Agency FB"/>
              <a:cs typeface="Aharoni" panose="020F0502020204030204" pitchFamily="2" charset="-79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 dirty="0">
                <a:latin typeface="Agency FB"/>
                <a:ea typeface="+mn-lt"/>
                <a:cs typeface="+mn-lt"/>
              </a:rPr>
              <a:t>Takes the </a:t>
            </a:r>
            <a:r>
              <a:rPr lang="en-US" sz="2200" b="1" dirty="0">
                <a:latin typeface="Agency FB"/>
                <a:ea typeface="+mn-lt"/>
                <a:cs typeface="+mn-lt"/>
              </a:rPr>
              <a:t>image</a:t>
            </a:r>
            <a:r>
              <a:rPr lang="en-US" sz="2200" dirty="0">
                <a:latin typeface="Agency FB"/>
                <a:ea typeface="+mn-lt"/>
                <a:cs typeface="+mn-lt"/>
              </a:rPr>
              <a:t> as input.</a:t>
            </a:r>
            <a:endParaRPr lang="en-US" sz="2200" dirty="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 dirty="0">
                <a:latin typeface="Agency FB"/>
                <a:ea typeface="+mn-lt"/>
                <a:cs typeface="+mn-lt"/>
              </a:rPr>
              <a:t>Breaks it into patches (like tokens in a sentence).</a:t>
            </a:r>
            <a:endParaRPr lang="en-US" sz="2200" dirty="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 dirty="0">
                <a:latin typeface="Agency FB"/>
                <a:ea typeface="+mn-lt"/>
                <a:cs typeface="+mn-lt"/>
              </a:rPr>
              <a:t>Uses self-attention to understand relationships between image regions.</a:t>
            </a:r>
            <a:endParaRPr lang="en-US" sz="22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 dirty="0">
                <a:latin typeface="Agency FB"/>
                <a:ea typeface="+mn-lt"/>
                <a:cs typeface="+mn-lt"/>
              </a:rPr>
              <a:t>Outputs a high-dimensional </a:t>
            </a:r>
            <a:r>
              <a:rPr lang="en-US" sz="2200" b="1" dirty="0">
                <a:latin typeface="Agency FB"/>
                <a:ea typeface="+mn-lt"/>
                <a:cs typeface="+mn-lt"/>
              </a:rPr>
              <a:t>image embedding</a:t>
            </a:r>
            <a:r>
              <a:rPr lang="en-US" sz="2200" dirty="0">
                <a:latin typeface="Agency FB"/>
                <a:ea typeface="+mn-lt"/>
                <a:cs typeface="+mn-lt"/>
              </a:rPr>
              <a:t> that captures semantic meaning.</a:t>
            </a:r>
            <a:endParaRPr lang="en-US" sz="2200" dirty="0">
              <a:latin typeface="Agency FB"/>
            </a:endParaRPr>
          </a:p>
          <a:p>
            <a:pPr marL="285750" indent="-285750">
              <a:buFont typeface="Courier New"/>
              <a:buChar char="o"/>
            </a:pPr>
            <a:br>
              <a:rPr lang="en-US" dirty="0"/>
            </a:br>
            <a:endParaRPr lang="en-US" sz="220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 b="1" dirty="0">
                <a:solidFill>
                  <a:srgbClr val="FF0000"/>
                </a:solidFill>
                <a:latin typeface="Agency FB"/>
              </a:rPr>
              <a:t>2. Text Encoder</a:t>
            </a:r>
          </a:p>
          <a:p>
            <a:pPr marL="342900" indent="-342900">
              <a:buFont typeface="Courier New"/>
              <a:buChar char="o"/>
            </a:pPr>
            <a:r>
              <a:rPr lang="en-US" sz="2200" dirty="0">
                <a:latin typeface="Agency FB"/>
                <a:ea typeface="+mn-lt"/>
                <a:cs typeface="+mn-lt"/>
              </a:rPr>
              <a:t>Converts the </a:t>
            </a:r>
            <a:r>
              <a:rPr lang="en-US" sz="2200" b="1" dirty="0">
                <a:latin typeface="Agency FB"/>
                <a:ea typeface="+mn-lt"/>
                <a:cs typeface="+mn-lt"/>
              </a:rPr>
              <a:t>text prompt</a:t>
            </a:r>
            <a:r>
              <a:rPr lang="en-US" sz="2200" dirty="0">
                <a:latin typeface="Agency FB"/>
                <a:ea typeface="+mn-lt"/>
                <a:cs typeface="+mn-lt"/>
              </a:rPr>
              <a:t> (“tree,” “tall green tree,” etc.) into a </a:t>
            </a:r>
            <a:r>
              <a:rPr lang="en-US" sz="2200" b="1" dirty="0">
                <a:latin typeface="Agency FB"/>
                <a:ea typeface="+mn-lt"/>
                <a:cs typeface="+mn-lt"/>
              </a:rPr>
              <a:t>text embedding</a:t>
            </a:r>
            <a:r>
              <a:rPr lang="en-US" sz="2200" dirty="0">
                <a:latin typeface="Agency FB"/>
                <a:ea typeface="+mn-lt"/>
                <a:cs typeface="+mn-lt"/>
              </a:rPr>
              <a:t>.</a:t>
            </a:r>
            <a:endParaRPr lang="en-US" sz="2200" dirty="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 dirty="0">
                <a:latin typeface="Agency FB"/>
                <a:ea typeface="+mn-lt"/>
                <a:cs typeface="+mn-lt"/>
              </a:rPr>
              <a:t>Uses a transformer similar to BERT/T5 to encode language meaning.</a:t>
            </a:r>
            <a:endParaRPr lang="en-US" sz="2200" dirty="0">
              <a:latin typeface="Agency FB"/>
            </a:endParaRPr>
          </a:p>
          <a:p>
            <a:pPr marL="342900" indent="-342900">
              <a:buFont typeface="Courier New"/>
              <a:buChar char="o"/>
            </a:pPr>
            <a:r>
              <a:rPr lang="en-US" sz="2200" dirty="0">
                <a:latin typeface="Agency FB"/>
                <a:ea typeface="+mn-lt"/>
                <a:cs typeface="+mn-lt"/>
              </a:rPr>
              <a:t>Outputs a vector in the same embedding space as the images.</a:t>
            </a:r>
            <a:endParaRPr lang="en-US" sz="2200" dirty="0">
              <a:latin typeface="Agency FB"/>
            </a:endParaRPr>
          </a:p>
          <a:p>
            <a:pPr marL="285750" indent="-285750">
              <a:buFont typeface="Courier New"/>
              <a:buChar char="o"/>
            </a:pPr>
            <a:endParaRPr lang="en-US" sz="2800" dirty="0">
              <a:latin typeface="Neue Haas Grotesk Text Pro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5071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A563-8A3F-62B8-0B3D-C191B9A20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3B586-558F-E384-D121-BC395AC49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What is OWL_ViT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C5E63-90BF-3262-A027-839DBED75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dirty="0" err="1">
                <a:latin typeface="Agency FB"/>
                <a:cs typeface="Aharoni"/>
              </a:rPr>
              <a:t>OWL_ViT</a:t>
            </a:r>
            <a:r>
              <a:rPr lang="en-US" sz="2800" dirty="0">
                <a:latin typeface="Agency FB"/>
                <a:cs typeface="Aharoni"/>
              </a:rPr>
              <a:t> is a vision language transformer that is trained for natural language object detection.</a:t>
            </a:r>
            <a:endParaRPr lang="en-US" dirty="0"/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It takes an image and the text prompt and returns predicted boxes and similarity scores.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Strengths: </a:t>
            </a:r>
            <a:r>
              <a:rPr lang="en-US" sz="2800" dirty="0">
                <a:latin typeface="Agency FB"/>
                <a:cs typeface="Aharoni"/>
              </a:rPr>
              <a:t>zero-shot, text queries are flexible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Weaknesses:</a:t>
            </a:r>
            <a:r>
              <a:rPr lang="en-US" sz="2800" dirty="0">
                <a:latin typeface="Agency FB"/>
                <a:cs typeface="Aharoni"/>
              </a:rPr>
              <a:t> limited training categories, which means it struggles with unseen or unusual objects.</a:t>
            </a:r>
          </a:p>
          <a:p>
            <a:pPr marL="457200" indent="-457200">
              <a:buFont typeface="Courier New"/>
              <a:buChar char="o"/>
            </a:pPr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1996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02B0-625E-9AC0-EBEF-67B60AF1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0917-CBEC-56C1-3DFA-CE2BC86AF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Implementation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80F70-F445-205D-F07E-F17C70FED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Use of </a:t>
            </a:r>
            <a:r>
              <a:rPr lang="en-US" sz="2800" err="1">
                <a:latin typeface="Agency FB"/>
                <a:cs typeface="Aharoni"/>
              </a:rPr>
              <a:t>HuggingFace</a:t>
            </a:r>
            <a:r>
              <a:rPr lang="en-US" sz="2800" dirty="0">
                <a:latin typeface="Agency FB"/>
                <a:cs typeface="Aharoni"/>
              </a:rPr>
              <a:t> </a:t>
            </a:r>
            <a:r>
              <a:rPr lang="en-US" sz="2800" dirty="0" err="1">
                <a:latin typeface="Agency FB"/>
                <a:cs typeface="Aharoni"/>
              </a:rPr>
              <a:t>OWL_ViT</a:t>
            </a:r>
            <a:endParaRPr lang="en-US" dirty="0" err="1"/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Loaded model and processor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Used tree and bush as the prompt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Flooded the output boxes with PIL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We run the code in </a:t>
            </a:r>
            <a:r>
              <a:rPr lang="en-US" sz="2800" err="1">
                <a:latin typeface="Agency FB"/>
                <a:cs typeface="Aharoni"/>
              </a:rPr>
              <a:t>Jupyter</a:t>
            </a:r>
            <a:r>
              <a:rPr lang="en-US" sz="2800" dirty="0">
                <a:latin typeface="Agency FB"/>
                <a:cs typeface="Aharoni"/>
              </a:rPr>
              <a:t> Notebook/Google Colab</a:t>
            </a:r>
          </a:p>
        </p:txBody>
      </p:sp>
    </p:spTree>
    <p:extLst>
      <p:ext uri="{BB962C8B-B14F-4D97-AF65-F5344CB8AC3E}">
        <p14:creationId xmlns:p14="http://schemas.microsoft.com/office/powerpoint/2010/main" val="267045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D1F1-1D51-84FA-67EB-388FD6D7D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37FC-55CC-8C42-98D1-1A6E95FFE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				Input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99A36-C80C-9735-1219-EF29585BC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9202" y="3374454"/>
            <a:ext cx="9354379" cy="3150926"/>
          </a:xfrm>
        </p:spPr>
        <p:txBody>
          <a:bodyPr>
            <a:normAutofit/>
          </a:bodyPr>
          <a:lstStyle/>
          <a:p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FF90567-D2FB-65FB-C311-341DBE224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890" y="1497561"/>
            <a:ext cx="9422219" cy="494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65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B589-3B72-25B7-54B2-3FCB7CFE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29A9-47CB-DEAF-BC9B-A65A68DE9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				Output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C0768-89ED-927F-AD87-EBFBD5D8C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9888" y="3664898"/>
            <a:ext cx="8497583" cy="2845629"/>
          </a:xfrm>
        </p:spPr>
        <p:txBody>
          <a:bodyPr>
            <a:normAutofit/>
          </a:bodyPr>
          <a:lstStyle/>
          <a:p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12A48A-4A89-4F47-D0DB-8217ED636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088" y="1497561"/>
            <a:ext cx="9129823" cy="477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96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5C3C5-4D56-6089-B1EC-7F1F5BC91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F31B-0E2A-F9A4-3B36-F324A7AD9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Observed Errors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54F46-7139-EDB0-7502-66DBF2289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dirty="0">
                <a:latin typeface="Agency FB"/>
                <a:cs typeface="Aharoni"/>
              </a:rPr>
              <a:t>The boxes did not box the tree and were scattered everywhere</a:t>
            </a:r>
            <a:endParaRPr lang="en-US" dirty="0">
              <a:latin typeface="Agency FB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cs typeface="Aharoni"/>
              </a:rPr>
              <a:t>majority of the boxes are irrelevant. (</a:t>
            </a:r>
            <a:r>
              <a:rPr lang="en-US" sz="2600">
                <a:latin typeface="Agency FB"/>
                <a:cs typeface="Aharoni"/>
              </a:rPr>
              <a:t>Boxes placed on vertical lines that resemble tree trunks)</a:t>
            </a:r>
            <a:endParaRPr lang="en-US" sz="2600">
              <a:solidFill>
                <a:srgbClr val="FFFFFF"/>
              </a:solidFill>
              <a:latin typeface="Agency FB"/>
              <a:cs typeface="Aharoni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dirty="0">
                <a:latin typeface="Agency FB"/>
                <a:cs typeface="Aharoni"/>
              </a:rPr>
              <a:t>The model predicted objects that do not even exist, which is a normal issue with zero-shot models.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cs typeface="Aharoni"/>
              </a:rPr>
              <a:t>Model confused by background objects</a:t>
            </a:r>
            <a:endParaRPr lang="en-US" sz="2800">
              <a:solidFill>
                <a:srgbClr val="FFFFFF"/>
              </a:solidFill>
              <a:latin typeface="Agency FB"/>
              <a:cs typeface="Aharoni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dirty="0">
                <a:latin typeface="Agency FB"/>
                <a:cs typeface="Aharoni"/>
              </a:rPr>
              <a:t>The similarity scores were too low to confidently classify anything as a tree.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latin typeface="Agency FB"/>
                <a:ea typeface="+mn-lt"/>
                <a:cs typeface="+mn-lt"/>
              </a:rPr>
              <a:t>Strong tendency for oversensitive detection</a:t>
            </a:r>
            <a:endParaRPr lang="en-US">
              <a:latin typeface="Agency FB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rgbClr val="FFFF00"/>
                </a:solidFill>
                <a:latin typeface="Agency FB"/>
                <a:ea typeface="+mn-lt"/>
                <a:cs typeface="+mn-lt"/>
              </a:rPr>
              <a:t>Example failure patterns:</a:t>
            </a:r>
            <a:endParaRPr lang="en-US">
              <a:solidFill>
                <a:srgbClr val="FFFF00"/>
              </a:solidFill>
              <a:latin typeface="Agency FB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600" dirty="0">
                <a:latin typeface="Agency FB"/>
                <a:ea typeface="+mn-lt"/>
                <a:cs typeface="+mn-lt"/>
              </a:rPr>
              <a:t>Lines mistaken for “tree trunks”</a:t>
            </a:r>
            <a:endParaRPr lang="en-US">
              <a:latin typeface="Agency FB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600" dirty="0">
                <a:latin typeface="Agency FB"/>
                <a:ea typeface="+mn-lt"/>
                <a:cs typeface="+mn-lt"/>
              </a:rPr>
              <a:t>Patches of green mistaken for leaves</a:t>
            </a:r>
            <a:endParaRPr lang="en-US">
              <a:latin typeface="Agency FB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endParaRPr lang="en-US" sz="2600" dirty="0">
              <a:solidFill>
                <a:srgbClr val="F0EDE6"/>
              </a:solidFill>
              <a:latin typeface="Agency FB"/>
              <a:cs typeface="Aharoni"/>
            </a:endParaRPr>
          </a:p>
        </p:txBody>
      </p:sp>
    </p:spTree>
    <p:extLst>
      <p:ext uri="{BB962C8B-B14F-4D97-AF65-F5344CB8AC3E}">
        <p14:creationId xmlns:p14="http://schemas.microsoft.com/office/powerpoint/2010/main" val="261734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83D9-B6E4-3A8E-B16C-34BB65AB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E2C2-2207-0D76-F1ED-DFE1AA6A1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Why it failed?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D5F67-5C4A-D621-35BF-F24D283A2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Zero-shot limitation:</a:t>
            </a:r>
            <a:r>
              <a:rPr lang="en-US" sz="2800" dirty="0">
                <a:latin typeface="Agency FB"/>
                <a:cs typeface="Aharoni"/>
              </a:rPr>
              <a:t> </a:t>
            </a:r>
            <a:r>
              <a:rPr lang="en-US" sz="2800" err="1">
                <a:latin typeface="Agency FB"/>
                <a:cs typeface="Aharoni"/>
              </a:rPr>
              <a:t>OWL_ViT</a:t>
            </a:r>
            <a:r>
              <a:rPr lang="en-US" sz="2800">
                <a:latin typeface="Agency FB"/>
                <a:cs typeface="Aharoni"/>
              </a:rPr>
              <a:t> was not specifically trained to label </a:t>
            </a:r>
            <a:r>
              <a:rPr lang="en-US" sz="2800">
                <a:solidFill>
                  <a:srgbClr val="92D050"/>
                </a:solidFill>
                <a:latin typeface="Agency FB"/>
                <a:cs typeface="Aharoni"/>
              </a:rPr>
              <a:t>“trees”</a:t>
            </a:r>
            <a:r>
              <a:rPr lang="en-US" sz="2800">
                <a:latin typeface="Agency FB"/>
                <a:cs typeface="Aharoni"/>
              </a:rPr>
              <a:t> in diverse ways.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Weak text embedding match:</a:t>
            </a:r>
            <a:r>
              <a:rPr lang="en-US" sz="2800" dirty="0">
                <a:latin typeface="Agency FB"/>
                <a:cs typeface="Aharoni"/>
              </a:rPr>
              <a:t> The prompt </a:t>
            </a:r>
            <a:r>
              <a:rPr lang="en-US" sz="2800" dirty="0">
                <a:solidFill>
                  <a:srgbClr val="92D050"/>
                </a:solidFill>
                <a:latin typeface="Agency FB"/>
                <a:cs typeface="Aharoni"/>
              </a:rPr>
              <a:t>“tree”</a:t>
            </a:r>
            <a:r>
              <a:rPr lang="en-US" sz="2800" dirty="0">
                <a:latin typeface="Agency FB"/>
                <a:cs typeface="Aharoni"/>
              </a:rPr>
              <a:t> is too vague, so the model confuses the backgrounds, textures, and shapes.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Box uncertainty:</a:t>
            </a:r>
            <a:r>
              <a:rPr lang="en-US" sz="2800" dirty="0">
                <a:latin typeface="Agency FB"/>
                <a:cs typeface="Aharoni"/>
              </a:rPr>
              <a:t> The default box decoder often outputs too many low-quality proposals, without filtering boxes appear everywhere.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No thresholding:</a:t>
            </a:r>
            <a:r>
              <a:rPr lang="en-US" sz="2800" dirty="0">
                <a:latin typeface="Agency FB"/>
                <a:cs typeface="Aharoni"/>
              </a:rPr>
              <a:t> All boxes were drawn which led to visual clutter.</a:t>
            </a:r>
          </a:p>
        </p:txBody>
      </p:sp>
    </p:spTree>
    <p:extLst>
      <p:ext uri="{BB962C8B-B14F-4D97-AF65-F5344CB8AC3E}">
        <p14:creationId xmlns:p14="http://schemas.microsoft.com/office/powerpoint/2010/main" val="3128934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273F-A0DE-A0ED-3952-6423BF6F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6FAF-2282-AC5E-4CC4-BC32AEA19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Recommendations and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238ED-7055-B787-995F-FEA4794DA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Add Confidence Thresholding:</a:t>
            </a:r>
            <a:r>
              <a:rPr lang="en-US" sz="2800" dirty="0">
                <a:latin typeface="Agency FB"/>
                <a:cs typeface="Aharoni"/>
              </a:rPr>
              <a:t> only show confidence predictions if more than </a:t>
            </a:r>
            <a:r>
              <a:rPr lang="en-US" sz="2800" dirty="0">
                <a:solidFill>
                  <a:srgbClr val="00B0F0"/>
                </a:solidFill>
                <a:latin typeface="Agency FB"/>
                <a:cs typeface="Aharoni"/>
              </a:rPr>
              <a:t>50% </a:t>
            </a:r>
            <a:r>
              <a:rPr lang="en-US" sz="2800" dirty="0">
                <a:latin typeface="Agency FB"/>
                <a:cs typeface="Aharoni"/>
              </a:rPr>
              <a:t>confident.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Use a Refined prompt:</a:t>
            </a:r>
            <a:r>
              <a:rPr lang="en-US" sz="2800">
                <a:latin typeface="Agency FB"/>
                <a:cs typeface="Aharoni"/>
              </a:rPr>
              <a:t> Use more detailed specific prompts</a:t>
            </a:r>
          </a:p>
        </p:txBody>
      </p:sp>
    </p:spTree>
    <p:extLst>
      <p:ext uri="{BB962C8B-B14F-4D97-AF65-F5344CB8AC3E}">
        <p14:creationId xmlns:p14="http://schemas.microsoft.com/office/powerpoint/2010/main" val="380624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FC6A-A23E-4675-5DE7-55351491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9DC0-CB9C-6562-DA25-2333DBBE9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Use a Refined Prompt</a:t>
            </a:r>
          </a:p>
        </p:txBody>
      </p:sp>
      <p:pic>
        <p:nvPicPr>
          <p:cNvPr id="4" name="Picture 3" descr="A tree in a field&#10;&#10;AI-generated content may be incorrect.">
            <a:extLst>
              <a:ext uri="{FF2B5EF4-FFF2-40B4-BE49-F238E27FC236}">
                <a16:creationId xmlns:a16="http://schemas.microsoft.com/office/drawing/2014/main" id="{59AF8EDD-1688-D19C-3C34-14A657DFC2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1" t="2154" r="1090" b="1814"/>
          <a:stretch>
            <a:fillRect/>
          </a:stretch>
        </p:blipFill>
        <p:spPr>
          <a:xfrm>
            <a:off x="3007912" y="1974484"/>
            <a:ext cx="8845968" cy="46466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CC7679-45E3-FE02-B050-8DD2808F5ADE}"/>
              </a:ext>
            </a:extLst>
          </p:cNvPr>
          <p:cNvSpPr txBox="1"/>
          <p:nvPr/>
        </p:nvSpPr>
        <p:spPr>
          <a:xfrm>
            <a:off x="141554" y="1976330"/>
            <a:ext cx="274320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gency FB"/>
              </a:rPr>
              <a:t>Instead of using the prompt </a:t>
            </a:r>
            <a:r>
              <a:rPr lang="en-US" sz="2800" dirty="0">
                <a:solidFill>
                  <a:srgbClr val="92D050"/>
                </a:solidFill>
                <a:latin typeface="Agency FB"/>
              </a:rPr>
              <a:t>"tree"</a:t>
            </a:r>
            <a:r>
              <a:rPr lang="en-US" sz="2800" dirty="0">
                <a:latin typeface="Agency FB"/>
              </a:rPr>
              <a:t> we used the prompt </a:t>
            </a:r>
            <a:r>
              <a:rPr lang="en-US" sz="2800" dirty="0">
                <a:solidFill>
                  <a:srgbClr val="92D050"/>
                </a:solidFill>
                <a:latin typeface="Agency FB"/>
              </a:rPr>
              <a:t>"green bush"</a:t>
            </a:r>
            <a:r>
              <a:rPr lang="en-US" sz="2800" dirty="0">
                <a:latin typeface="Agency FB"/>
              </a:rPr>
              <a:t> as the trunk is not very visible so the tree resembles more of a bush. </a:t>
            </a:r>
          </a:p>
        </p:txBody>
      </p:sp>
    </p:spTree>
    <p:extLst>
      <p:ext uri="{BB962C8B-B14F-4D97-AF65-F5344CB8AC3E}">
        <p14:creationId xmlns:p14="http://schemas.microsoft.com/office/powerpoint/2010/main" val="2732560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D65F0-E2A5-F4E5-9158-6311CDF7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8F1A-F494-11AF-6BE3-4081C25B8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>
                <a:latin typeface="Neue Haas Grotesk Text Pro"/>
              </a:rPr>
              <a:t>Add Confidence Thresholding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59E13-D4A0-C3A7-D036-529D48CBE426}"/>
              </a:ext>
            </a:extLst>
          </p:cNvPr>
          <p:cNvSpPr txBox="1"/>
          <p:nvPr/>
        </p:nvSpPr>
        <p:spPr>
          <a:xfrm>
            <a:off x="141554" y="1976330"/>
            <a:ext cx="274320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gency FB"/>
              </a:rPr>
              <a:t>In the code we changed the confidence threshold from </a:t>
            </a:r>
            <a:r>
              <a:rPr lang="en-US" sz="2800" dirty="0">
                <a:solidFill>
                  <a:srgbClr val="00B0F0"/>
                </a:solidFill>
                <a:latin typeface="Agency FB"/>
              </a:rPr>
              <a:t>30%</a:t>
            </a:r>
            <a:r>
              <a:rPr lang="en-US" sz="2800" dirty="0">
                <a:latin typeface="Agency FB"/>
              </a:rPr>
              <a:t> to </a:t>
            </a:r>
            <a:r>
              <a:rPr lang="en-US" sz="2800" dirty="0">
                <a:solidFill>
                  <a:srgbClr val="00B0F0"/>
                </a:solidFill>
                <a:latin typeface="Agency FB"/>
              </a:rPr>
              <a:t>50%</a:t>
            </a:r>
            <a:r>
              <a:rPr lang="en-US" sz="2800" dirty="0">
                <a:latin typeface="Agency FB"/>
              </a:rPr>
              <a:t> so it would only display the boxes it was super confident in.</a:t>
            </a:r>
          </a:p>
        </p:txBody>
      </p:sp>
      <p:pic>
        <p:nvPicPr>
          <p:cNvPr id="3" name="Picture 2" descr="A tree in a field&#10;&#10;AI-generated content may be incorrect.">
            <a:extLst>
              <a:ext uri="{FF2B5EF4-FFF2-40B4-BE49-F238E27FC236}">
                <a16:creationId xmlns:a16="http://schemas.microsoft.com/office/drawing/2014/main" id="{AD1CCCC4-AAB4-B5B9-F5E1-FF4B03A8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232" y="1733549"/>
            <a:ext cx="9285768" cy="491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57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FA71-58AC-60B0-2130-57E8CB1C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3F12-0174-E7CE-4906-87A86F395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What we learned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93AA2-248C-08E3-5B2D-AC75A652D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We learned that zero-shot models have limitations for specific object detection.</a:t>
            </a:r>
            <a:endParaRPr lang="en-US" dirty="0">
              <a:latin typeface="Agency FB"/>
              <a:cs typeface="Aharoni"/>
            </a:endParaRP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Vague language leads to visual confusion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Outputs can look corrects numerically but be visually incorrect.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Evaluation is necessary to understand real model behavior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/>
                <a:cs typeface="Aharoni"/>
              </a:rPr>
              <a:t>Improvements can significantly increase the accuracy </a:t>
            </a:r>
          </a:p>
          <a:p>
            <a:pPr marL="457200" indent="-457200">
              <a:buFont typeface="Courier New"/>
              <a:buChar char="o"/>
            </a:pPr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12896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67695-27A4-3C9A-F0F4-01CD7A613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B3D5-073F-7259-980A-6DD138C33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96" y="711177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Conclusion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D7CFF-E9BF-C6F1-B3B4-F3F95D7E1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1935126"/>
            <a:ext cx="11347704" cy="457540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Agency FB" panose="020B0503020202020204" pitchFamily="34" charset="0"/>
                <a:cs typeface="Aharoni" panose="020F0502020204030204" pitchFamily="2" charset="-79"/>
              </a:rPr>
              <a:t>By using AI models we learned that inaccurate outputs have to do with model limitations as zero-shot owl-vit produced. By adding improvements, we improved the model’s performance and accuracy to have a better output.</a:t>
            </a:r>
            <a:endParaRPr lang="en-US"/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solidFill>
                  <a:srgbClr val="FFFF00"/>
                </a:solidFill>
                <a:latin typeface="Agency FB"/>
                <a:cs typeface="Aharoni"/>
              </a:rPr>
              <a:t>Future work: </a:t>
            </a:r>
          </a:p>
          <a:p>
            <a:pPr marL="1028700" lvl="2" indent="-342900">
              <a:buFont typeface="Courier New"/>
              <a:buChar char="o"/>
            </a:pPr>
            <a:r>
              <a:rPr lang="en-US" sz="24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Try fine-tuning OWL-ViT on a small custom dataset</a:t>
            </a:r>
            <a:endParaRPr lang="en-US" sz="2400">
              <a:solidFill>
                <a:srgbClr val="F0EDE6"/>
              </a:solidFill>
              <a:latin typeface="Agency FB"/>
              <a:cs typeface="Aharoni" panose="020F0502020204030204" pitchFamily="2" charset="-79"/>
            </a:endParaRPr>
          </a:p>
          <a:p>
            <a:pPr marL="1028700" lvl="2" indent="-342900">
              <a:buFont typeface="Courier New"/>
              <a:buChar char="o"/>
            </a:pPr>
            <a:r>
              <a:rPr lang="en-US" sz="24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Test additional prompt engineering strategies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1028700" lvl="2" indent="-342900">
              <a:buFont typeface="Courier New"/>
              <a:buChar char="o"/>
            </a:pPr>
            <a:r>
              <a:rPr lang="en-US" sz="24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  </a:t>
            </a:r>
            <a:r>
              <a:rPr lang="en-US" sz="2400" dirty="0">
                <a:solidFill>
                  <a:srgbClr val="FFFF00"/>
                </a:solidFill>
                <a:latin typeface="Agency FB"/>
                <a:ea typeface="+mn-lt"/>
                <a:cs typeface="+mn-lt"/>
              </a:rPr>
              <a:t>Evaluate more advanced models like:</a:t>
            </a:r>
            <a:endParaRPr lang="en-US">
              <a:solidFill>
                <a:srgbClr val="FFFF00"/>
              </a:solidFill>
              <a:latin typeface="Agency FB"/>
            </a:endParaRPr>
          </a:p>
          <a:p>
            <a:pPr marL="1257300" lvl="3" indent="-342900">
              <a:buFont typeface="Courier New"/>
              <a:buChar char="o"/>
            </a:pPr>
            <a:r>
              <a:rPr lang="en-US" sz="24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Grounding-DINO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1257300" lvl="3" indent="-342900">
              <a:buFont typeface="Courier New"/>
              <a:buChar char="o"/>
            </a:pPr>
            <a:r>
              <a:rPr lang="en-US" sz="24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Florence-2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1257300" lvl="3" indent="-342900">
              <a:buFont typeface="Courier New"/>
              <a:buChar char="o"/>
            </a:pPr>
            <a:r>
              <a:rPr lang="en-US" sz="24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SAM + Detic hybrid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1028700" lvl="2" indent="-342900">
              <a:buFont typeface="Courier New"/>
              <a:buChar char="o"/>
            </a:pPr>
            <a:r>
              <a:rPr lang="en-US" sz="2400" dirty="0">
                <a:solidFill>
                  <a:srgbClr val="F0EDE6"/>
                </a:solidFill>
                <a:latin typeface="Agency FB"/>
                <a:ea typeface="+mn-lt"/>
                <a:cs typeface="+mn-lt"/>
              </a:rPr>
              <a:t>Compare performance across images</a:t>
            </a:r>
            <a:endParaRPr lang="en-US">
              <a:solidFill>
                <a:srgbClr val="F0EDE6"/>
              </a:solidFill>
              <a:latin typeface="Agency FB"/>
            </a:endParaRPr>
          </a:p>
          <a:p>
            <a:pPr marL="457200" indent="-457200">
              <a:buFont typeface="Courier New"/>
              <a:buChar char="o"/>
            </a:pPr>
            <a:endParaRPr lang="en-US" sz="2800" dirty="0">
              <a:latin typeface="Agency FB" panose="020B0503020202020204" pitchFamily="34" charset="0"/>
              <a:cs typeface="Aharoni" panose="020F0502020204030204" pitchFamily="2" charset="-79"/>
            </a:endParaRPr>
          </a:p>
          <a:p>
            <a:endParaRPr lang="en-US" sz="2800">
              <a:latin typeface="Agency FB" panose="020B0503020202020204" pitchFamily="34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63683480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Dune</vt:lpstr>
      <vt:lpstr>Simple Open-Vocabulary Object Detection with Vision Transformers</vt:lpstr>
      <vt:lpstr>Project Overview:</vt:lpstr>
      <vt:lpstr>What is  Open-vocabulary object detection</vt:lpstr>
      <vt:lpstr>Architecture Overview (Vision Transformer + Text Encoder)</vt:lpstr>
      <vt:lpstr>What is OWL_ViT</vt:lpstr>
      <vt:lpstr>Implementation Setup</vt:lpstr>
      <vt:lpstr>    Input Example</vt:lpstr>
      <vt:lpstr>    Output Example</vt:lpstr>
      <vt:lpstr>Observed Errors</vt:lpstr>
      <vt:lpstr>Why it failed?</vt:lpstr>
      <vt:lpstr>Recommendations and improvements</vt:lpstr>
      <vt:lpstr>Use a Refined Prompt</vt:lpstr>
      <vt:lpstr>Add Confidence Thresholding</vt:lpstr>
      <vt:lpstr>What we learned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Guia Mae Bongulto</dc:creator>
  <cp:revision>108</cp:revision>
  <dcterms:created xsi:type="dcterms:W3CDTF">2025-11-19T23:23:26Z</dcterms:created>
  <dcterms:modified xsi:type="dcterms:W3CDTF">2025-12-03T19:49:24Z</dcterms:modified>
</cp:coreProperties>
</file>